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Raiz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Gestao Financeira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27432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e Guia do Usuario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Financeiro — Raiz Educacao S.A. — Marco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 a DRE Raiz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a DRE Raiz?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DRE Raiz centraliza toda a gestao financeira da Raiz Educacao, substituindo o processo manual anterior (Alteryx -&gt; Excel -&gt; PPT) por uma solucao integrada, em tempo real e com inteligencia artificial.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560320"/>
            <a:ext cx="73152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navegador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instalacao — qualquer dispositivo com internet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74720"/>
            <a:ext cx="73152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tempo real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Supabase — atualizacao instantanea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38912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89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Sinteses, sumarios e melhorias automaticas com Claude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30352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303520"/>
            <a:ext cx="73152" cy="73152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303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alteracao e justificada, versionada e aprovada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Navegacao — Menu Lateral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4300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54864" cy="54864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143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de resultado, filtros, drill-down, exportacao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0" y="1252728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0" y="1252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801368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801368"/>
            <a:ext cx="54864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801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8013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Transacoes individuais, busca, edicao em massa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1911096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19110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459736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2459736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45973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Aprovacoes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45973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aprovacao de alteracoes (admin/gestor)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569464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569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18104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118104"/>
            <a:ext cx="54864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1181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Financeira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311810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DRE, justificativas, plano de acao, slides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0" y="3227832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32278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 — Sua Visao Principal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Disponiveis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Filial (cascata da Marca)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Tag01 (centro de custo)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Tag02 (segmento)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Tag03 (projeto)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 / Periodo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Recorrencia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modos de visualizacao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8562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| Cenario | Mes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450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clique em qualquer linha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Exportacao Excel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044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 a tela, formatado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 (secao) -&gt; Tag01 (centro de custo)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calculadas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233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Contribuicao, EBITDA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DRE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48463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46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LIQUIDA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71800" y="48463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4846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7180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VARIAVEIS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12080" y="48463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846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FIXOS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52360" y="48463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4846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SG&amp;A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692640" y="48463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4846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 RAIZ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56692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669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CONTRIBUICAO = Receita + Custos Variaveis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5669280"/>
            <a:ext cx="5422392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669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= Margem + Custos Fixos + SG&amp;A + Rateio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Modos de Visualizacao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25400">
            <a:solidFill>
              <a:srgbClr val="F44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197864"/>
            <a:ext cx="3456432" cy="64008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padrao para analise mensal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Colunas: Real | Orcado | A-1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Delta R$ e Delta % vs Orcado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Delta R$ e Delta % vs A-1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para: analise de desvios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18872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9704" y="1197864"/>
            <a:ext cx="345643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234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lado a lado por cenario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mes como coluna separada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Agrupado por cenario (Real/Orcado/A-1)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Facilita comparacao temporal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para: evolucao mensal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18872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38744" y="1197864"/>
            <a:ext cx="345643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234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com seus 3 cenarios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 a mes lado a lado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um com Real | Orcado | A-1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Visao completa por periodo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para: analise detalhada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Lancamentos — Transacoes Individuais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filtros disponiveis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Cenario, Data, Marca, Filial, Tag01, Tag02, Tag03, Fornecedor, Conta Contabil, Tipo, Recorrencia, Valor, Descricao, Chave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5603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Sob Demanda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560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vazia ao abrir — clique "Buscar Dados" para carregar. Evita carga desnecessaria.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337560"/>
            <a:ext cx="54864" cy="64008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55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Edicao em Massa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3375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transacoes -&gt; altere campo -&gt; justifique -&gt; envie para fila de aprovacao.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11480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33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Ajustavel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1148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niveis: Confortavel | Compacto | Ultra. Ajuste ao seu gosto.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89204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910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Configuraveis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48920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por coluna. Configuracao salva automaticamente no navegador.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66928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66928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687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da DRE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5669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na DRE, abre Lancamentos com filtros pre-aplicados automaticamente.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Aprovacoes — Fila de Alteracoes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alteracao solicitada por usuarios passa por uma fila de aprovacao antes de ser aplicada ao banco de dados.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Alteracao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 contabil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Exclusao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Multi-campo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Aprovacao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submete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--&gt;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31920" y="39319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Revisao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analisa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--&gt;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2320" y="39319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Alteracao efetivada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512064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5166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5486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pode ajustar e resubmeter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3931920"/>
            <a:ext cx="4599432" cy="192024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44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do Modal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43891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Antes vs Depois (comparacao visual)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Justificativa do solicitante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 e data da solicitacao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Aprovacao individual ou em massa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Historico completo de acoes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Financeira — Processo Mensal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Analise Financeira integra 4 abas em um fluxo completo — do snapshot ao PPT executivo.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73152" cy="91440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01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 (Justificativas)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286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imutavel do mes + justificativas obrigatorias de desvios &gt; 5%. Ponto de partida do processo.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Sumario Executivo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383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narrativo completo gerado por IA. Analisa panorama, desvios, riscos e oportunidades.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23360"/>
            <a:ext cx="73152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42519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0965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Acao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Consolidacao 5W1H de todos os planos corretivos. Acompanhamento e revisao.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12064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0C0C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12064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53492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37360" y="5193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Analise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37360" y="5577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automatico para reuniao de resultados. Integra dados, justificativas e sintese IA.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 Foto --&gt; Justificativas --&gt; Sumario IA --&gt; PPT Executivo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 — Foto e Justificativas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3444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gera a "Foto" do mes (snapshot imutavel)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tem foto independente (Jan=Jan, Fev=Fev)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&gt;5% exigem justificativa obrigatoria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Pacoteiros justificam no nivel Tag02+Marca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 automaticamente: Tag02 -&gt; Tag01 -&gt; Tag0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Desvios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1737360"/>
            <a:ext cx="487375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1737360"/>
            <a:ext cx="54864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RECEITA LIQUIDA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0" y="1737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principal DRE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782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|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2377440"/>
            <a:ext cx="487375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237744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377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(Funcionarios)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8408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custo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|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3017520"/>
            <a:ext cx="487375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301752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017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Fundamental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84080" y="3017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- JUSTIFICATIVA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782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|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3657600"/>
            <a:ext cx="487375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0" y="3657600"/>
            <a:ext cx="54864" cy="50292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3657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CLV, GEU, GT...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84080" y="3657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negocio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389120"/>
            <a:ext cx="10725912" cy="164592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44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Snapshot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7280" y="48463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Valores do snapshot sao a referencia oficial — imutaveis apos geracao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foto pode ser re-gerada (nova versao), mas preserva justificativas existentes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painel YTD soma automaticamente os meses com foto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Fontes: get_soma_tags (tag0/tag01) e get_variance_snapshot (tag02/marca)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NUNCA usa dre_agg — sempre tabelas-fonte para garantir fidelidade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Justificar um Desvio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seu item (filtre por "Pendente")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icone de lapis na linha do desvio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240280"/>
            <a:ext cx="320040" cy="32004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justificativa (min. 20 caracteres)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743200"/>
            <a:ext cx="320040" cy="32004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desvio negativo: preencha o Plano de Acao 5W1H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320040" cy="32004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"Salvar"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justificativas: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60520"/>
          <a:ext cx="10725912" cy="914400"/>
        </p:xfrm>
        <a:graphic>
          <a:graphicData uri="http://schemas.openxmlformats.org/drawingml/2006/table">
            <a:tbl>
              <a:tblPr/>
              <a:tblGrid>
                <a:gridCol w="1072591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"Contratacao de 3 professores para turma extra em Fev/26. Impacto R$ 45k/mes"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"Renegociacao com fornecedor XYZ: desconto 15%. Economia R$ 32k"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3152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532120"/>
          <a:ext cx="107259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1539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Ruim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e ruim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"Custo acima do orcado"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Repete o numero — nao explica a causa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"Variacao normal"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variacao tem causa — nao existe "normal"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Acao — 5W1H Simplificado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Obrigatorio para desvios negativos (custo acima ou receita abaixo do orcado)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943600"/>
                <a:gridCol w="2039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Obrigatorio?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(O que)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Acao corretiva a ser implementada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(Por que)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da acao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(Como)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Passos de execucao detalhados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(Quem)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Responsavel pela execucao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(Quando)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para conclusao (+30 dias 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financeiro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Completo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5532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Renegociar contrato de energia  |  Why: Reduzir custo em 15%  |  Who: Maria Silva (Facilities)  |  When: 30/04/2026  |  Impacto: -R$ 18k/mes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Aprovacao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justificativa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pacoteiro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--&gt;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26080" y="137160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5087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enviado ao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--&gt;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087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 preencheu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--&gt;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863840" y="137160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150876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86384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aprovou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justificativa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32720" y="137160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5640" y="15087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108356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33272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cascata IA?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todas as justificativas de nivel Tag02+Marca estao preenchidas, a IA (Claude Haiku) gera automaticamente uma sintese consolidada nos niveis superiores: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0" y="42976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4315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Tag02+Marca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716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 escreve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--&gt;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846320" y="42976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315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--&gt;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321040" y="42976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4315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5394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sintese IA e usada automaticamente nos Slides de Analise e no PPT Executivo. Nenhuma acao adicional necessaria.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Sumario Executivo — 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narrativo completo gerado automaticamente por Inteligencia Artificial a partir dos dados do snapshot.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analisa: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Panorama geral do resultado do 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Principais desvios positivos e negativos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Comparacao: Real vs Orcado, Real vs Ano Anterior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Riscos e oportunidades identificados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Recomendacoes baseadas nos dados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Selecione o mes nos filtros do topo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Opcionalmente selecione uma marca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Clique em "Gerar Sumario Executivo"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Aguarde a analise (IA processa os dados)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Clique em "Regerar" para atualizar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10725912" cy="164592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 usar: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892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narrativa para reuniao de resultados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rapida do mes sem navegar toda a DRE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623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executivo antes da reuniao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— PPT Executivo Automatico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a partir dos dados e justificativas — pronto para reuniao de resultados.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54864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Mes, marca, versao da foto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31720"/>
            <a:ext cx="54864" cy="54864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DRE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condensada Tag0 + KPIs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17520"/>
            <a:ext cx="54864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Secao por Tag0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Tag01 + Sintese IA + Top 3 Desvios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0332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Tag01 &gt; Tag02 &gt; Marca com justificativas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89120"/>
            <a:ext cx="54864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389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por Marca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389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Real vs Orcado vs A-1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0749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507492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074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Final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5074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cobertura + top desvios pendentes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778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5623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automatica:  Justificativas dos pacoteiros + Sinteses IA + Planos de Acao + Dados da Foto = PPT pronto para download em .pptx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Rapidas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Ctrl+Clique em valor numerico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para clipboard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54864" cy="50292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clique em linha DRE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para transacoes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46888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Botao "Melhorar com IA"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468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 justificativas automaticamente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108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configuraveis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1089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Show/hide, lembradas pelo sistema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4904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749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em cascata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7490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-&gt; Filial automatico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38912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389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43891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 a visualizacao atual da tela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502920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029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da tabela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5029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niveis: Confortavel | Compacto | Ultra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566928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66928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669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sob demanda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56692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Lancamentos so carrega ao clicar "Buscar"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Mensal Sugerido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7259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  <a:gridCol w="24963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Conferencia final dos lancamentos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Geracao da Foto na DRE Gerencial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Notificacao automatica aos pacoteiros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 a D+7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Preenchimento de justificativas + planos de acao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D+8 a D+9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Revisao e aprovacao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 / Gestores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Geracao do PPT Executivo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D+10 a D+12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Reuniao de 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Diretoria + Gestores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760720"/>
            <a:ext cx="10725912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44C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5760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 = primeiro dia util apos o fechamento contabil do mes. Cronograma sugerido, pode variar por marca.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Educacao — Planejamento Financeiro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Juntos!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27432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ferramenta evoluiu rapido — colocamos no ar antes do treinamento formal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Treinamento completo no proximo mes para todos os pacoteiros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uso e participacao de todos ajuda nas melhorias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Duvidas? -&gt; Planejamento Financeiro, 100% disponivel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Sugestoes sao sempre bem-vindas!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Financeiro — Raiz Educacao S.A.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2026-03-13T17:19:34Z</dcterms:created>
  <dcterms:modified xsi:type="dcterms:W3CDTF">2026-03-13T17:19:34Z</dcterms:modified>
</cp:coreProperties>
</file>