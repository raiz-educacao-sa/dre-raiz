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E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DE ANÁLISE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Q&amp;A para DRE Gerencial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RAIZ — RAIZ EDUCAÇÃO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Março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tickets interno integrado à DRE Gerencial que permite: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esclarecimentos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8288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usuário pode abrir uma solicitação sobre valores da DRE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560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responsável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5603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Direcionar a dúvida para a pessoa certa responder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SLA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2918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automáticos com indicadores visuais (Normal: 48h / Urgente: 24h)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23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por email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40233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automático a cada ação com link direto para a solicitação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54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4754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em thread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47548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estruturada entre solicitante e responsável até a resolução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48640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486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5486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0" y="54864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Aprovar, devolver ou replicar até o consenso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Status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828800" cy="731520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828800"/>
            <a:ext cx="1828800" cy="731520"/>
          </a:xfrm>
          <a:prstGeom prst="roundRect">
            <a:avLst>
              <a:gd name="adj" fmla="val 18750"/>
            </a:avLst>
          </a:prstGeom>
          <a:solidFill>
            <a:srgbClr val="1B75B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1188720"/>
            <a:ext cx="1828800" cy="731520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2468880"/>
            <a:ext cx="1828800" cy="731520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Devolvida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2468880"/>
            <a:ext cx="1828800" cy="731520"/>
          </a:xfrm>
          <a:prstGeom prst="roundRect">
            <a:avLst>
              <a:gd name="adj" fmla="val 18750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Reaberta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18288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0" y="1188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59669"/>
                </a:solidFill>
              </a:rPr>
              <a:t>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4444"/>
                </a:solidFill>
              </a:rPr>
              <a:t>↘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32320" y="24688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77240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volta para Respondida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274320" cy="182880"/>
          </a:xfrm>
          <a:prstGeom prst="rect">
            <a:avLst>
              <a:gd name="adj" fmla="val 25000"/>
            </a:avLst>
          </a:prstGeom>
          <a:solidFill>
            <a:srgbClr val="1B75BB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responde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274320" cy="182880"/>
          </a:xfrm>
          <a:prstGeom prst="rect">
            <a:avLst>
              <a:gd name="adj" fmla="val 25000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 aprova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937760"/>
            <a:ext cx="274320" cy="182880"/>
          </a:xfrm>
          <a:prstGeom prst="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 devolve com motivo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303520"/>
            <a:ext cx="274320" cy="182880"/>
          </a:xfrm>
          <a:prstGeom prst="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 envia réplica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Criar uma Solicitação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1B75B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DRE Gerencial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os filtros desejados (ano, meses, marcas, filiais, tags)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548640" cy="548640"/>
          </a:xfrm>
          <a:prstGeom prst="ellipse">
            <a:avLst/>
          </a:prstGeom>
          <a:solidFill>
            <a:srgbClr val="1B75B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"Solicitar Análise"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fica no painel de Solicitações, na parte inferior da DRE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1B75B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o formulário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Assunto, descrição da dúvida, selecione o responsável e a prioridade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1B75B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captura os filtros DRE, calcula o SLA e notifica o responsável por email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48640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contexto DRE (filtros) é capturado automaticamente. O responsável poderá restaurar os mesmos filtros ao analisar.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Responder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Como Responsável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Você recebe email + badge laranja no Sidebar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Abra a guia "Solicitações" ou clique no badge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Veja a dúvida no painel lateral de chat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Clique "Aplicar filtros" para ver a DRE no mesmo contexto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Digite sua análise e envie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Status muda para "Respondida" automaticamente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Como Solicitante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Você recebe email + badge verde no Sidebar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Abra a solicitação para ver a resposta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Avalie a resposta recebida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✅ Aprovar — encerra a solicitação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❌ Devolver — escreva o motivo e devolva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4754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💬 Mensagem — complemente o chat livremente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"Solicitações" — Seu Inbox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visão completa tipo "caixa de email" para gerenciar alto volume de solicitações: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Recebidas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onde você é o responsável. Badge laranja com total de ações pendentes.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Enviadas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que você criou. Badge verde com total de respondidas aguardando sua revisão.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por assunto, pergunta ou nome do participante em tempo real.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Status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Pills clicáveis: Pendente, Respondida, Devolvida, Aprovada, etc. Com contagem.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663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↕️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4663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4663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nos cabeçalhos da tabela para ordenar por Data, Status, Prioridade ou SLA.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39496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94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5394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5394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e lista atualizam automaticamente quando algo muda (Supabase Realtime).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e Notificações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no Sidebar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Badge Laranja — "Para responder"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onde você é responsável e precisa agir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Badge Verde — "Respondida"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que você criou e receberam resposta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por Email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029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Destinatário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2E55"/>
                          </a:solidFill>
                        </a:rPr>
                        <a:t>Nova solicitação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Responsável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2E55"/>
                          </a:solidFill>
                        </a:rPr>
                        <a:t>Resposta enviada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Solicitante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2E55"/>
                          </a:solidFill>
                        </a:rPr>
                        <a:t>Aprovação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Responsável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2E55"/>
                          </a:solidFill>
                        </a:rPr>
                        <a:t>Devolução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Responsável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2E55"/>
                          </a:solidFill>
                        </a:rPr>
                        <a:t>Réplica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Responsável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3657600"/>
            <a:ext cx="11247120" cy="109728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749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Atualização em Tempo Real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badges e listas atualizam automaticamente via Supabase Realtime.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alguém responde, aprova ou devolve uma solicitação, os contadores se ajustam sem recarregar a página.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— Prazos e Controle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Prioridade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Prazo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Lembrete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75BB"/>
                          </a:solidFill>
                        </a:rPr>
                        <a:t>Normal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E55"/>
                          </a:solidFill>
                        </a:rPr>
                        <a:t>48 horas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24h antes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🔵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⚡ Urgente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E55"/>
                          </a:solidFill>
                        </a:rPr>
                        <a:t>24 horas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6h antes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🔴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Visuais na Tabela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291840"/>
            <a:ext cx="36576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prazo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6 horas restantes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931920"/>
            <a:ext cx="36576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do vencimento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3931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6 horas restantes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572000"/>
            <a:ext cx="365760" cy="4572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expirado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63440" y="4572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ultrapassado — ação urgente necessária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53035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Admin: Os prazos e lembretes são configuráveis na aba Admin → Solicitações → Configuração de SLA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e Segurança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828800"/>
                <a:gridCol w="18288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Papel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Responder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Aprovar/Devolver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 Todas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Config SLA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E55"/>
                          </a:solidFill>
                        </a:rPr>
                        <a:t>Viewer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2E55"/>
                          </a:solidFill>
                        </a:rPr>
                        <a:t>Approver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5BB"/>
                          </a:solidFill>
                        </a:rPr>
                        <a:t>Manager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148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Segurança a nível de banco de dados (RLS)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via API direta, cada usuário só consegue acessar solicitações onde é participante. Admin/Manager veem tudo.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 — Visão Gerencial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via Admin → aba "Solicitações"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de Status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cards com contagem por status: Total, Pendentes, Respondidas, Aprovadas, Devolvidas, Reabertas, Expiradas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4320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SLA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prazos (horas) e lembretes para prioridade Normal e Urgente. Salvar em tempo real.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404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Completa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solicitações de todos os usuários com filtros por status, prioridade e indicador SLA.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9377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5029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qualquer solicitação para abrir o painel lateral com thread completa.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(FP&amp;A)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188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a DRE de Março e nota que a receita da marca Rede caiu 15%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 "Solicitar Análise" → Assunto: "Queda de receita Rede Mar/26" → Responsável: João (Controller)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651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email e badge laranja. Abre a solicitação, aplica os filtros e investiga.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383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"A queda é por cancelamento de 3 contratos grandes. Detalhes: ..."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114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badge verde. Revisa a resposta. Quer mais detalhes → Devolve com: "Quais contratos?"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46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4846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novamente. Complementa: "Contratos X, Y e Z. Valores: ..."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577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5577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Satisfeita com a explicação → Aprova ✅. Solicitação encerrada.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E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de Análise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• Rastreabilidade • Agilidade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3566160"/>
            <a:ext cx="2103120" cy="36576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 dúvidas por email/WhatsApp sem rastreamento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Garante que cada pergunta tenha um responsável e um prazo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4846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Mantém histórico completo de todas as interações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5303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Integrado ao contexto da DRE — filtros capturados automaticamente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RAIZ — RAIZ EDUCAÇÃO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2026-03-16T00:38:29Z</dcterms:created>
  <dcterms:modified xsi:type="dcterms:W3CDTF">2026-03-16T00:38:29Z</dcterms:modified>
</cp:coreProperties>
</file>